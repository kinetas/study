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5AFEB2-342F-41AF-8F38-B8CF3BDD9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F06138C-9972-4B75-96C6-86E916C332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9397E6-AAE2-4099-8A90-A5F39680B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528FF-4AE6-4CBB-A044-53ECC6F5B95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68BD2C-C718-403D-9907-6B7983BB0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D3A971-8928-48C9-925C-57D33C589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1DF3B-BD05-4621-8294-9B2B90FF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57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21726E-6A00-46F8-92BA-4BD564BDF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0C4354-481A-4488-BD28-C9806466D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D2E26B-06D1-46F1-B486-10430A511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528FF-4AE6-4CBB-A044-53ECC6F5B95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091926-EE84-4D7D-84F3-2B05072BA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60251E-9522-4343-AA63-797D35870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1DF3B-BD05-4621-8294-9B2B90FF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75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B2E127-0B8A-4B24-B8B4-2E2D47AB1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32E044-EF40-4461-B459-90041DD62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9A8F7F-240A-4A36-87AB-893D426B0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528FF-4AE6-4CBB-A044-53ECC6F5B95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9F0A15-A01A-4675-8AE8-C347E09B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239855-B8CB-4E2A-9AF6-A6485F2C9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1DF3B-BD05-4621-8294-9B2B90FF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77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A5BC6B-5D03-480B-94B2-2AB360E32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0D3137-B5F9-4FB2-8135-5A1C3DB1A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F76DCA7-9CF2-475D-86F6-7F32AD4D9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6A7B77-418D-4FB1-9648-44DEECCFC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528FF-4AE6-4CBB-A044-53ECC6F5B95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627F550-6774-4D5B-A04D-8A9D3B2B0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C0E1D4-0D07-498C-A460-66DD3EDFA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1DF3B-BD05-4621-8294-9B2B90FF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210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E06F8B-E21F-4698-A85A-C3374B93B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8CF9CF-8F52-44BD-8AB2-227CE9213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2E2A5C-0B71-4368-AD64-687281325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591B34-5C65-4756-B4B4-27E844014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BDBA14-8E23-4768-967C-11E434B42E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112C2EF-11FF-4572-8EBF-1E06ABFAB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528FF-4AE6-4CBB-A044-53ECC6F5B95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47A3919-1437-4994-9E4F-3036C86D7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FE2FF1-A5CD-40E3-AFAE-7A6415B29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1DF3B-BD05-4621-8294-9B2B90FF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8417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A0086-CDFA-4F48-A3E7-66321C5F5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3DF1B4-8FB9-4C13-AEE7-D9A9C4FB0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528FF-4AE6-4CBB-A044-53ECC6F5B95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21B748-434C-487E-9C3A-3557302B1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AAA09C-57E2-43D9-A9B6-6BB960D8F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1DF3B-BD05-4621-8294-9B2B90FF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28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624B47-1F05-4857-BBAC-92C649D44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528FF-4AE6-4CBB-A044-53ECC6F5B95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4749C1F-5C78-490D-A8EF-220D5753D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51226D-9E62-429D-BA82-8DDF2D928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1DF3B-BD05-4621-8294-9B2B90FF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000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2D6C5B-DA22-4B77-B14D-825668E3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89BEC9-0DE6-4AE4-B816-938CB0D94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B6F3F6-B94B-4523-A196-159EED216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3AA515-E961-4798-9F5C-694B47926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528FF-4AE6-4CBB-A044-53ECC6F5B95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45B76B-2F80-4982-AAA3-383C7B1D0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CEAA5D-5E51-450D-A6B7-B7A816BF9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1DF3B-BD05-4621-8294-9B2B90FF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624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6183F-9768-43DD-B1F0-6B87707EB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500A63C-3C92-40C0-9443-C6D4E144B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594C2B-88F2-4228-B76E-EFF514AB2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ADCADF-25F7-4BD1-8F6B-3AFB043B5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528FF-4AE6-4CBB-A044-53ECC6F5B95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25972A-DC68-4587-AE4C-AAEB318EA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B8CB9A-523C-437B-AFFC-37D11350F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1DF3B-BD05-4621-8294-9B2B90FF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48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43441-75A8-4421-BCFE-0C111FE86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510BED-1D30-4F3A-8A6A-FFB289AE9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74969A-620E-4AE8-A62F-3E9B9EB3F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528FF-4AE6-4CBB-A044-53ECC6F5B95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2EF0EA-6B18-4411-BBDB-F2E50B728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7D6732-8A7E-4194-A0AC-5A3CF2660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1DF3B-BD05-4621-8294-9B2B90FF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36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37449A5-C389-4AE9-B570-21A8A0CA9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20AF4B-D931-4830-AF57-3391540BD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985CB4-FE6F-4C8F-A8C2-775D0D01A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5528FF-4AE6-4CBB-A044-53ECC6F5B95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D06C48-9FF6-40AD-A71F-61BB57DB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22C91B-4277-4DDD-90C9-594D7EC23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1DF3B-BD05-4621-8294-9B2B90FF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545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BDE348-FD63-435D-AEA6-90C0FF19C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55B412-EA86-4C21-9B51-694D8058E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A94E37-7553-4E57-83EE-B33D3809B2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5528FF-4AE6-4CBB-A044-53ECC6F5B95E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31A662-C101-496E-B52D-55B273F303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D9EAC2-E74C-4B43-A081-E6AC588CCA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51DF3B-BD05-4621-8294-9B2B90FF8D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9956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C8548691-28ED-41E6-AD3D-9074FDB40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573" y="0"/>
            <a:ext cx="67328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04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6F70765-D8C9-42FA-8A38-303ABECF52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882" y="0"/>
            <a:ext cx="56862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31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0477888-648E-4886-BDF5-7220F828C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867" y="0"/>
            <a:ext cx="96422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25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</cp:revision>
  <dcterms:created xsi:type="dcterms:W3CDTF">2026-02-27T07:51:06Z</dcterms:created>
  <dcterms:modified xsi:type="dcterms:W3CDTF">2026-02-27T07:51:22Z</dcterms:modified>
</cp:coreProperties>
</file>